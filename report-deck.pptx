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(81/100)  ·  9 findings  ·  9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primary conversion mechanism on this site is the coverage check funnel, but it is being diluted by competing CTAs, duplicate forms, and premature pricing display, causing users to hesitate or abandon before qualification.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Value proposition fragmented</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Three competing h1 messages dilute the value proposition above the fold.</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Qualification language vague</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CTAs ask to check coverage but do not explain what qualification means, leaving visitors uncertain.</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Competing CTAs split funnel</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Multiple competing CTAs fragment the primary path, creating ambiguity about which action advances the user.</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Duplicate forms create ambiguity</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Two identical CONTINUE forms on the same page create ambiguity about the intended next step.</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Pricing shown before qualification</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Prices displayed before coverage qualification cause users to self-select out based on sticker price.</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Pricing ambiguity near form</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Conflicting price points and fees near the CONTINUE form create uncertainty about commitment.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Value proposition fragmented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Three competing h1 messages dilute the value proposition above the fold.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Qualification language vague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CTAs ask to check coverage but do not explain what qualification means, leaving visitors uncertain.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split funnel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competing CTAs fragment the primary path, creating ambiguity about which action advances the user.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Duplicate forms create ambiguity</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"Two identical CONTINUE forms appear on the same pages"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Two identical CONTINUE forms on the same page create ambiguity about the intended next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shown before qualification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shown on the page: $99.95/month $129.95/month $99.95/Mo $99.95/month $129.95/month $99.95"</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Prices displayed before coverage qualification cause users to self-select out based on sticker price.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Competing CTAs split funnel</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Duplicate forms create ambiguity</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Repeated identical headings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Guarantee claims lack backing</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Value proposition fragmented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Qualification language vague</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Pricing shown before qualification</a:t>
            </a:r>
          </a:p>
        </p:txBody>
      </p:sp>
      <p:sp>
        <p:nvSpPr>
          <p:cNvPr id="13" name="TextBox 12"/>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4" name="TextBox 13"/>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Pricing ambiguity near form</a:t>
            </a:r>
          </a:p>
        </p:txBody>
      </p:sp>
      <p:sp>
        <p:nvSpPr>
          <p:cNvPr id="15" name="TextBox 14"/>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Conflicting page titles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